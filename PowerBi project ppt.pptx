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70" r:id="rId3"/>
    <p:sldId id="268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356"/>
    <a:srgbClr val="9CA3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203275-9AEB-CC7C-CD42-D798654E329D}" v="2" dt="2026-02-13T04:16:01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5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Singh" userId="S::deepika@edunetfoundation.org::f0f56065-e271-45de-8d64-7e8bb4020470" providerId="AD" clId="Web-{A2203275-9AEB-CC7C-CD42-D798654E329D}"/>
    <pc:docChg chg="modSld">
      <pc:chgData name="Deepika Singh" userId="S::deepika@edunetfoundation.org::f0f56065-e271-45de-8d64-7e8bb4020470" providerId="AD" clId="Web-{A2203275-9AEB-CC7C-CD42-D798654E329D}" dt="2026-02-13T04:16:06.674" v="2" actId="1076"/>
      <pc:docMkLst>
        <pc:docMk/>
      </pc:docMkLst>
      <pc:sldChg chg="addSp delSp modSp">
        <pc:chgData name="Deepika Singh" userId="S::deepika@edunetfoundation.org::f0f56065-e271-45de-8d64-7e8bb4020470" providerId="AD" clId="Web-{A2203275-9AEB-CC7C-CD42-D798654E329D}" dt="2026-02-13T04:16:06.674" v="2" actId="1076"/>
        <pc:sldMkLst>
          <pc:docMk/>
          <pc:sldMk cId="2883350127" sldId="270"/>
        </pc:sldMkLst>
        <pc:graphicFrameChg chg="del">
          <ac:chgData name="Deepika Singh" userId="S::deepika@edunetfoundation.org::f0f56065-e271-45de-8d64-7e8bb4020470" providerId="AD" clId="Web-{A2203275-9AEB-CC7C-CD42-D798654E329D}" dt="2026-02-13T04:15:48.002" v="0"/>
          <ac:graphicFrameMkLst>
            <pc:docMk/>
            <pc:sldMk cId="2883350127" sldId="270"/>
            <ac:graphicFrameMk id="8" creationId="{15E551B8-8529-0A54-59C7-8C5D4BFFE238}"/>
          </ac:graphicFrameMkLst>
        </pc:graphicFrameChg>
        <pc:graphicFrameChg chg="add mod">
          <ac:chgData name="Deepika Singh" userId="S::deepika@edunetfoundation.org::f0f56065-e271-45de-8d64-7e8bb4020470" providerId="AD" clId="Web-{A2203275-9AEB-CC7C-CD42-D798654E329D}" dt="2026-02-13T04:16:06.674" v="2" actId="1076"/>
          <ac:graphicFrameMkLst>
            <pc:docMk/>
            <pc:sldMk cId="2883350127" sldId="270"/>
            <ac:graphicFrameMk id="30" creationId="{064916C5-F9EC-7006-0A96-A1BB04AC3207}"/>
          </ac:graphicFrameMkLst>
        </pc:graphicFrameChg>
      </pc:sldChg>
    </pc:docChg>
  </pc:docChgLst>
  <pc:docChgLst>
    <pc:chgData name="Guest User" userId="S::urn:spo:tenantanon#ad06ef22-d6dc-4a55-b4c1-c3a158f5f147::" providerId="AD" clId="Web-{5B8C2EB6-839B-8E76-E2EE-1FBF48D526DD}"/>
    <pc:docChg chg="modSld">
      <pc:chgData name="Guest User" userId="S::urn:spo:tenantanon#ad06ef22-d6dc-4a55-b4c1-c3a158f5f147::" providerId="AD" clId="Web-{5B8C2EB6-839B-8E76-E2EE-1FBF48D526DD}" dt="2026-02-03T10:57:37.125" v="310" actId="20577"/>
      <pc:docMkLst>
        <pc:docMk/>
      </pc:docMkLst>
      <pc:sldChg chg="modSp">
        <pc:chgData name="Guest User" userId="S::urn:spo:tenantanon#ad06ef22-d6dc-4a55-b4c1-c3a158f5f147::" providerId="AD" clId="Web-{5B8C2EB6-839B-8E76-E2EE-1FBF48D526DD}" dt="2026-02-03T10:26:59.876" v="90" actId="20577"/>
        <pc:sldMkLst>
          <pc:docMk/>
          <pc:sldMk cId="1023676988" sldId="258"/>
        </pc:sldMkLst>
        <pc:spChg chg="mod">
          <ac:chgData name="Guest User" userId="S::urn:spo:tenantanon#ad06ef22-d6dc-4a55-b4c1-c3a158f5f147::" providerId="AD" clId="Web-{5B8C2EB6-839B-8E76-E2EE-1FBF48D526DD}" dt="2026-02-03T10:26:59.876" v="90" actId="20577"/>
          <ac:spMkLst>
            <pc:docMk/>
            <pc:sldMk cId="1023676988" sldId="258"/>
            <ac:spMk id="3" creationId="{2473D968-550A-45A2-B636-4D6F7BFB4421}"/>
          </ac:spMkLst>
        </pc:spChg>
      </pc:sldChg>
      <pc:sldChg chg="modSp">
        <pc:chgData name="Guest User" userId="S::urn:spo:tenantanon#ad06ef22-d6dc-4a55-b4c1-c3a158f5f147::" providerId="AD" clId="Web-{5B8C2EB6-839B-8E76-E2EE-1FBF48D526DD}" dt="2026-02-03T10:32:22.305" v="147" actId="20577"/>
        <pc:sldMkLst>
          <pc:docMk/>
          <pc:sldMk cId="1741187183" sldId="259"/>
        </pc:sldMkLst>
        <pc:spChg chg="mod">
          <ac:chgData name="Guest User" userId="S::urn:spo:tenantanon#ad06ef22-d6dc-4a55-b4c1-c3a158f5f147::" providerId="AD" clId="Web-{5B8C2EB6-839B-8E76-E2EE-1FBF48D526DD}" dt="2026-02-03T10:20:42.450" v="0" actId="1076"/>
          <ac:spMkLst>
            <pc:docMk/>
            <pc:sldMk cId="1741187183" sldId="259"/>
            <ac:spMk id="2" creationId="{70B347B7-4FBF-466B-B290-31F20EBCD3F1}"/>
          </ac:spMkLst>
        </pc:spChg>
        <pc:spChg chg="mod">
          <ac:chgData name="Guest User" userId="S::urn:spo:tenantanon#ad06ef22-d6dc-4a55-b4c1-c3a158f5f147::" providerId="AD" clId="Web-{5B8C2EB6-839B-8E76-E2EE-1FBF48D526DD}" dt="2026-02-03T10:32:22.305" v="147" actId="20577"/>
          <ac:spMkLst>
            <pc:docMk/>
            <pc:sldMk cId="1741187183" sldId="259"/>
            <ac:spMk id="3" creationId="{C46ED790-B911-4363-9E4B-39B6B5FCE59E}"/>
          </ac:spMkLst>
        </pc:spChg>
      </pc:sldChg>
      <pc:sldChg chg="modSp">
        <pc:chgData name="Guest User" userId="S::urn:spo:tenantanon#ad06ef22-d6dc-4a55-b4c1-c3a158f5f147::" providerId="AD" clId="Web-{5B8C2EB6-839B-8E76-E2EE-1FBF48D526DD}" dt="2026-02-03T10:37:06.417" v="163" actId="20577"/>
        <pc:sldMkLst>
          <pc:docMk/>
          <pc:sldMk cId="308195611" sldId="260"/>
        </pc:sldMkLst>
        <pc:spChg chg="mod">
          <ac:chgData name="Guest User" userId="S::urn:spo:tenantanon#ad06ef22-d6dc-4a55-b4c1-c3a158f5f147::" providerId="AD" clId="Web-{5B8C2EB6-839B-8E76-E2EE-1FBF48D526DD}" dt="2026-02-03T10:37:06.417" v="163" actId="20577"/>
          <ac:spMkLst>
            <pc:docMk/>
            <pc:sldMk cId="308195611" sldId="260"/>
            <ac:spMk id="3" creationId="{6E77542C-676C-4616-8042-1D07436B8F46}"/>
          </ac:spMkLst>
        </pc:spChg>
      </pc:sldChg>
      <pc:sldChg chg="modSp">
        <pc:chgData name="Guest User" userId="S::urn:spo:tenantanon#ad06ef22-d6dc-4a55-b4c1-c3a158f5f147::" providerId="AD" clId="Web-{5B8C2EB6-839B-8E76-E2EE-1FBF48D526DD}" dt="2026-02-03T10:46:09.711" v="169" actId="20577"/>
        <pc:sldMkLst>
          <pc:docMk/>
          <pc:sldMk cId="496619649" sldId="261"/>
        </pc:sldMkLst>
        <pc:spChg chg="mod">
          <ac:chgData name="Guest User" userId="S::urn:spo:tenantanon#ad06ef22-d6dc-4a55-b4c1-c3a158f5f147::" providerId="AD" clId="Web-{5B8C2EB6-839B-8E76-E2EE-1FBF48D526DD}" dt="2026-02-03T10:21:18.262" v="2" actId="20577"/>
          <ac:spMkLst>
            <pc:docMk/>
            <pc:sldMk cId="496619649" sldId="261"/>
            <ac:spMk id="2" creationId="{062218D5-F128-490E-8152-7D32E2A4AAF2}"/>
          </ac:spMkLst>
        </pc:spChg>
        <pc:spChg chg="mod">
          <ac:chgData name="Guest User" userId="S::urn:spo:tenantanon#ad06ef22-d6dc-4a55-b4c1-c3a158f5f147::" providerId="AD" clId="Web-{5B8C2EB6-839B-8E76-E2EE-1FBF48D526DD}" dt="2026-02-03T10:46:09.711" v="169" actId="20577"/>
          <ac:spMkLst>
            <pc:docMk/>
            <pc:sldMk cId="496619649" sldId="261"/>
            <ac:spMk id="3" creationId="{D937833B-3907-4B83-9F77-D0F494B71546}"/>
          </ac:spMkLst>
        </pc:spChg>
      </pc:sldChg>
      <pc:sldChg chg="addSp delSp modSp">
        <pc:chgData name="Guest User" userId="S::urn:spo:tenantanon#ad06ef22-d6dc-4a55-b4c1-c3a158f5f147::" providerId="AD" clId="Web-{5B8C2EB6-839B-8E76-E2EE-1FBF48D526DD}" dt="2026-02-03T10:47:17.291" v="206" actId="20577"/>
        <pc:sldMkLst>
          <pc:docMk/>
          <pc:sldMk cId="3463141070" sldId="262"/>
        </pc:sldMkLst>
        <pc:spChg chg="mod">
          <ac:chgData name="Guest User" userId="S::urn:spo:tenantanon#ad06ef22-d6dc-4a55-b4c1-c3a158f5f147::" providerId="AD" clId="Web-{5B8C2EB6-839B-8E76-E2EE-1FBF48D526DD}" dt="2026-02-03T10:47:17.291" v="206" actId="20577"/>
          <ac:spMkLst>
            <pc:docMk/>
            <pc:sldMk cId="3463141070" sldId="262"/>
            <ac:spMk id="3" creationId="{9644AC4F-2932-4F44-A84F-2F39667FE8D6}"/>
          </ac:spMkLst>
        </pc:spChg>
      </pc:sldChg>
      <pc:sldChg chg="modSp">
        <pc:chgData name="Guest User" userId="S::urn:spo:tenantanon#ad06ef22-d6dc-4a55-b4c1-c3a158f5f147::" providerId="AD" clId="Web-{5B8C2EB6-839B-8E76-E2EE-1FBF48D526DD}" dt="2026-02-03T10:47:40.057" v="221" actId="20577"/>
        <pc:sldMkLst>
          <pc:docMk/>
          <pc:sldMk cId="3130655203" sldId="263"/>
        </pc:sldMkLst>
        <pc:spChg chg="mod">
          <ac:chgData name="Guest User" userId="S::urn:spo:tenantanon#ad06ef22-d6dc-4a55-b4c1-c3a158f5f147::" providerId="AD" clId="Web-{5B8C2EB6-839B-8E76-E2EE-1FBF48D526DD}" dt="2026-02-03T10:47:40.057" v="221" actId="20577"/>
          <ac:spMkLst>
            <pc:docMk/>
            <pc:sldMk cId="3130655203" sldId="263"/>
            <ac:spMk id="3" creationId="{FF997BAE-B1B3-43F5-817C-987B4C2A3BFF}"/>
          </ac:spMkLst>
        </pc:spChg>
      </pc:sldChg>
      <pc:sldChg chg="modSp">
        <pc:chgData name="Guest User" userId="S::urn:spo:tenantanon#ad06ef22-d6dc-4a55-b4c1-c3a158f5f147::" providerId="AD" clId="Web-{5B8C2EB6-839B-8E76-E2EE-1FBF48D526DD}" dt="2026-02-03T10:47:58.901" v="237" actId="20577"/>
        <pc:sldMkLst>
          <pc:docMk/>
          <pc:sldMk cId="424759971" sldId="264"/>
        </pc:sldMkLst>
        <pc:spChg chg="mod">
          <ac:chgData name="Guest User" userId="S::urn:spo:tenantanon#ad06ef22-d6dc-4a55-b4c1-c3a158f5f147::" providerId="AD" clId="Web-{5B8C2EB6-839B-8E76-E2EE-1FBF48D526DD}" dt="2026-02-03T10:47:58.901" v="237" actId="20577"/>
          <ac:spMkLst>
            <pc:docMk/>
            <pc:sldMk cId="424759971" sldId="264"/>
            <ac:spMk id="3" creationId="{B2658A8F-6943-4E76-8967-55B21E8D3429}"/>
          </ac:spMkLst>
        </pc:spChg>
      </pc:sldChg>
      <pc:sldChg chg="modSp">
        <pc:chgData name="Guest User" userId="S::urn:spo:tenantanon#ad06ef22-d6dc-4a55-b4c1-c3a158f5f147::" providerId="AD" clId="Web-{5B8C2EB6-839B-8E76-E2EE-1FBF48D526DD}" dt="2026-02-03T10:26:20.375" v="85" actId="20577"/>
        <pc:sldMkLst>
          <pc:docMk/>
          <pc:sldMk cId="3784711537" sldId="265"/>
        </pc:sldMkLst>
        <pc:spChg chg="mod">
          <ac:chgData name="Guest User" userId="S::urn:spo:tenantanon#ad06ef22-d6dc-4a55-b4c1-c3a158f5f147::" providerId="AD" clId="Web-{5B8C2EB6-839B-8E76-E2EE-1FBF48D526DD}" dt="2026-02-03T10:26:20.375" v="85" actId="20577"/>
          <ac:spMkLst>
            <pc:docMk/>
            <pc:sldMk cId="3784711537" sldId="265"/>
            <ac:spMk id="3" creationId="{DEFFB6BC-B8A2-4F6A-861D-C36B251B727B}"/>
          </ac:spMkLst>
        </pc:spChg>
      </pc:sldChg>
      <pc:sldChg chg="modSp">
        <pc:chgData name="Guest User" userId="S::urn:spo:tenantanon#ad06ef22-d6dc-4a55-b4c1-c3a158f5f147::" providerId="AD" clId="Web-{5B8C2EB6-839B-8E76-E2EE-1FBF48D526DD}" dt="2026-02-03T10:48:20.386" v="287" actId="20577"/>
        <pc:sldMkLst>
          <pc:docMk/>
          <pc:sldMk cId="816418403" sldId="267"/>
        </pc:sldMkLst>
        <pc:spChg chg="mod">
          <ac:chgData name="Guest User" userId="S::urn:spo:tenantanon#ad06ef22-d6dc-4a55-b4c1-c3a158f5f147::" providerId="AD" clId="Web-{5B8C2EB6-839B-8E76-E2EE-1FBF48D526DD}" dt="2026-02-03T10:48:20.386" v="287" actId="20577"/>
          <ac:spMkLst>
            <pc:docMk/>
            <pc:sldMk cId="816418403" sldId="267"/>
            <ac:spMk id="3" creationId="{B2658A8F-6943-4E76-8967-55B21E8D3429}"/>
          </ac:spMkLst>
        </pc:spChg>
      </pc:sldChg>
      <pc:sldChg chg="addSp delSp modSp">
        <pc:chgData name="Guest User" userId="S::urn:spo:tenantanon#ad06ef22-d6dc-4a55-b4c1-c3a158f5f147::" providerId="AD" clId="Web-{5B8C2EB6-839B-8E76-E2EE-1FBF48D526DD}" dt="2026-02-03T10:57:37.125" v="310" actId="20577"/>
        <pc:sldMkLst>
          <pc:docMk/>
          <pc:sldMk cId="2883350127" sldId="270"/>
        </pc:sldMkLst>
        <pc:graphicFrameChg chg="add del mod">
          <ac:chgData name="Guest User" userId="S::urn:spo:tenantanon#ad06ef22-d6dc-4a55-b4c1-c3a158f5f147::" providerId="AD" clId="Web-{5B8C2EB6-839B-8E76-E2EE-1FBF48D526DD}" dt="2026-02-03T10:54:38.093" v="298"/>
          <ac:graphicFrameMkLst>
            <pc:docMk/>
            <pc:sldMk cId="2883350127" sldId="270"/>
            <ac:graphicFrameMk id="3" creationId="{B8CED378-0A86-9823-1D3F-9B4061B1FE95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F6A618-09FA-4FA9-896D-79F33E5C14FB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D63C321-B6BF-4F44-8460-059C4DB479A8}" type="pres">
      <dgm:prSet presAssocID="{21F6A618-09FA-4FA9-896D-79F33E5C14FB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1BD35A9B-9895-054D-B983-D76CB588D357}" type="presOf" srcId="{21F6A618-09FA-4FA9-896D-79F33E5C14FB}" destId="{0D63C321-B6BF-4F44-8460-059C4DB479A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990C0E-385A-46E1-A872-03852ADA83AA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6E1FD2-C312-44E0-8D4F-62D0B25DEF3D}">
      <dgm:prSet/>
      <dgm:spPr/>
      <dgm:t>
        <a:bodyPr/>
        <a:lstStyle/>
        <a:p>
          <a:r>
            <a:rPr lang="en-US" dirty="0"/>
            <a:t>Kashish Gautam</a:t>
          </a:r>
        </a:p>
      </dgm:t>
    </dgm:pt>
    <dgm:pt modelId="{7161A157-77DD-4654-83AD-85053500904D}" type="sibTrans" cxnId="{B83602C7-9F62-4F8B-A8CB-890C8908B36E}">
      <dgm:prSet/>
      <dgm:spPr/>
      <dgm:t>
        <a:bodyPr/>
        <a:lstStyle/>
        <a:p>
          <a:endParaRPr lang="en-US"/>
        </a:p>
      </dgm:t>
    </dgm:pt>
    <dgm:pt modelId="{44F95057-5241-437B-867E-E88C19DED002}" type="parTrans" cxnId="{B83602C7-9F62-4F8B-A8CB-890C8908B36E}">
      <dgm:prSet/>
      <dgm:spPr/>
      <dgm:t>
        <a:bodyPr/>
        <a:lstStyle/>
        <a:p>
          <a:endParaRPr lang="en-US"/>
        </a:p>
      </dgm:t>
    </dgm:pt>
    <dgm:pt modelId="{52DFE429-4D8F-4E83-8247-35E3D421C5BC}">
      <dgm:prSet/>
      <dgm:spPr/>
      <dgm:t>
        <a:bodyPr/>
        <a:lstStyle/>
        <a:p>
          <a:r>
            <a:rPr lang="en-US" dirty="0"/>
            <a:t>Khushi Kashyap</a:t>
          </a:r>
        </a:p>
      </dgm:t>
    </dgm:pt>
    <dgm:pt modelId="{8E98556B-D954-4E58-94F6-DB98180A4585}" type="sibTrans" cxnId="{48BC4E36-219E-4C17-9D2E-465B191DCFE4}">
      <dgm:prSet/>
      <dgm:spPr/>
      <dgm:t>
        <a:bodyPr/>
        <a:lstStyle/>
        <a:p>
          <a:endParaRPr lang="en-US"/>
        </a:p>
      </dgm:t>
    </dgm:pt>
    <dgm:pt modelId="{29178585-482F-44F1-8411-EEE4FEB0A18B}" type="parTrans" cxnId="{48BC4E36-219E-4C17-9D2E-465B191DCFE4}">
      <dgm:prSet/>
      <dgm:spPr/>
      <dgm:t>
        <a:bodyPr/>
        <a:lstStyle/>
        <a:p>
          <a:endParaRPr lang="en-US"/>
        </a:p>
      </dgm:t>
    </dgm:pt>
    <dgm:pt modelId="{E51EB8E7-DD72-46C1-B39A-364CA3CDCF01}" type="pres">
      <dgm:prSet presAssocID="{D4990C0E-385A-46E1-A872-03852ADA83AA}" presName="Name0" presStyleCnt="0">
        <dgm:presLayoutVars>
          <dgm:dir/>
          <dgm:resizeHandles val="exact"/>
        </dgm:presLayoutVars>
      </dgm:prSet>
      <dgm:spPr/>
    </dgm:pt>
    <dgm:pt modelId="{9B283DD1-F684-445E-A8B5-7FFD75260CAB}" type="pres">
      <dgm:prSet presAssocID="{2A6E1FD2-C312-44E0-8D4F-62D0B25DEF3D}" presName="composite" presStyleCnt="0"/>
      <dgm:spPr/>
    </dgm:pt>
    <dgm:pt modelId="{31B2C2FD-2E8E-46DF-BBEC-7E89A21861D6}" type="pres">
      <dgm:prSet presAssocID="{2A6E1FD2-C312-44E0-8D4F-62D0B25DEF3D}" presName="rect1" presStyleLbl="bgShp" presStyleIdx="0" presStyleCnt="2" custLinFactNeighborX="2091" custLinFactNeighborY="-9054"/>
      <dgm:spPr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</dgm:spPr>
    </dgm:pt>
    <dgm:pt modelId="{244603A0-6E4C-43F7-8EA3-82CF4D464933}" type="pres">
      <dgm:prSet presAssocID="{2A6E1FD2-C312-44E0-8D4F-62D0B25DEF3D}" presName="rect2" presStyleLbl="trBgShp" presStyleIdx="0" presStyleCnt="2">
        <dgm:presLayoutVars>
          <dgm:bulletEnabled val="1"/>
        </dgm:presLayoutVars>
      </dgm:prSet>
      <dgm:spPr/>
    </dgm:pt>
    <dgm:pt modelId="{202170CC-365C-4198-8C12-0919EB3DC229}" type="pres">
      <dgm:prSet presAssocID="{7161A157-77DD-4654-83AD-85053500904D}" presName="sibTrans" presStyleCnt="0"/>
      <dgm:spPr/>
    </dgm:pt>
    <dgm:pt modelId="{53FF62FF-A0A1-4EA0-9B3D-C59EDFD13FC9}" type="pres">
      <dgm:prSet presAssocID="{52DFE429-4D8F-4E83-8247-35E3D421C5BC}" presName="composite" presStyleCnt="0"/>
      <dgm:spPr/>
    </dgm:pt>
    <dgm:pt modelId="{0205B927-6FCD-48F4-B5CB-61E08D0B1DC7}" type="pres">
      <dgm:prSet presAssocID="{52DFE429-4D8F-4E83-8247-35E3D421C5BC}" presName="rect1" presStyleLbl="bgShp" presStyleIdx="1" presStyleCnt="2" custLinFactNeighborX="16" custLinFactNeighborY="-9054"/>
      <dgm:spPr>
        <a:blipFill>
          <a:blip xmlns:r="http://schemas.openxmlformats.org/officeDocument/2006/relationships" r:embed="rId2"/>
          <a:srcRect/>
          <a:stretch>
            <a:fillRect t="-80000" b="-80000"/>
          </a:stretch>
        </a:blipFill>
      </dgm:spPr>
    </dgm:pt>
    <dgm:pt modelId="{1C170DB8-1B1C-4904-A41A-141F44C4B928}" type="pres">
      <dgm:prSet presAssocID="{52DFE429-4D8F-4E83-8247-35E3D421C5BC}" presName="rect2" presStyleLbl="trBgShp" presStyleIdx="1" presStyleCnt="2">
        <dgm:presLayoutVars>
          <dgm:bulletEnabled val="1"/>
        </dgm:presLayoutVars>
      </dgm:prSet>
      <dgm:spPr/>
    </dgm:pt>
  </dgm:ptLst>
  <dgm:cxnLst>
    <dgm:cxn modelId="{EBC72601-4ED0-4858-ACCE-246747221301}" type="presOf" srcId="{2A6E1FD2-C312-44E0-8D4F-62D0B25DEF3D}" destId="{244603A0-6E4C-43F7-8EA3-82CF4D464933}" srcOrd="0" destOrd="0" presId="urn:microsoft.com/office/officeart/2008/layout/BendingPictureSemiTransparentText"/>
    <dgm:cxn modelId="{48BC4E36-219E-4C17-9D2E-465B191DCFE4}" srcId="{D4990C0E-385A-46E1-A872-03852ADA83AA}" destId="{52DFE429-4D8F-4E83-8247-35E3D421C5BC}" srcOrd="1" destOrd="0" parTransId="{29178585-482F-44F1-8411-EEE4FEB0A18B}" sibTransId="{8E98556B-D954-4E58-94F6-DB98180A4585}"/>
    <dgm:cxn modelId="{E1AD0998-6955-4600-8AB9-8264374B576C}" type="presOf" srcId="{52DFE429-4D8F-4E83-8247-35E3D421C5BC}" destId="{1C170DB8-1B1C-4904-A41A-141F44C4B928}" srcOrd="0" destOrd="0" presId="urn:microsoft.com/office/officeart/2008/layout/BendingPictureSemiTransparentText"/>
    <dgm:cxn modelId="{B83602C7-9F62-4F8B-A8CB-890C8908B36E}" srcId="{D4990C0E-385A-46E1-A872-03852ADA83AA}" destId="{2A6E1FD2-C312-44E0-8D4F-62D0B25DEF3D}" srcOrd="0" destOrd="0" parTransId="{44F95057-5241-437B-867E-E88C19DED002}" sibTransId="{7161A157-77DD-4654-83AD-85053500904D}"/>
    <dgm:cxn modelId="{1F96EBE2-BD2C-45F6-A051-87CF3807C652}" type="presOf" srcId="{D4990C0E-385A-46E1-A872-03852ADA83AA}" destId="{E51EB8E7-DD72-46C1-B39A-364CA3CDCF01}" srcOrd="0" destOrd="0" presId="urn:microsoft.com/office/officeart/2008/layout/BendingPictureSemiTransparentText"/>
    <dgm:cxn modelId="{40F84F1F-5198-4E65-83DD-8C930DCA02B4}" type="presParOf" srcId="{E51EB8E7-DD72-46C1-B39A-364CA3CDCF01}" destId="{9B283DD1-F684-445E-A8B5-7FFD75260CAB}" srcOrd="0" destOrd="0" presId="urn:microsoft.com/office/officeart/2008/layout/BendingPictureSemiTransparentText"/>
    <dgm:cxn modelId="{C568537B-413C-4D48-8D09-EE659F3ACABE}" type="presParOf" srcId="{9B283DD1-F684-445E-A8B5-7FFD75260CAB}" destId="{31B2C2FD-2E8E-46DF-BBEC-7E89A21861D6}" srcOrd="0" destOrd="0" presId="urn:microsoft.com/office/officeart/2008/layout/BendingPictureSemiTransparentText"/>
    <dgm:cxn modelId="{CD838BCD-833B-454F-9575-AF1B7787557A}" type="presParOf" srcId="{9B283DD1-F684-445E-A8B5-7FFD75260CAB}" destId="{244603A0-6E4C-43F7-8EA3-82CF4D464933}" srcOrd="1" destOrd="0" presId="urn:microsoft.com/office/officeart/2008/layout/BendingPictureSemiTransparentText"/>
    <dgm:cxn modelId="{DD7316F3-C12D-4800-9229-BBD6C0E0CA74}" type="presParOf" srcId="{E51EB8E7-DD72-46C1-B39A-364CA3CDCF01}" destId="{202170CC-365C-4198-8C12-0919EB3DC229}" srcOrd="1" destOrd="0" presId="urn:microsoft.com/office/officeart/2008/layout/BendingPictureSemiTransparentText"/>
    <dgm:cxn modelId="{C370489E-C397-4B77-8F76-3BBC0166E5B0}" type="presParOf" srcId="{E51EB8E7-DD72-46C1-B39A-364CA3CDCF01}" destId="{53FF62FF-A0A1-4EA0-9B3D-C59EDFD13FC9}" srcOrd="2" destOrd="0" presId="urn:microsoft.com/office/officeart/2008/layout/BendingPictureSemiTransparentText"/>
    <dgm:cxn modelId="{914AA82B-E000-4EE7-87D5-73A5FB684C07}" type="presParOf" srcId="{53FF62FF-A0A1-4EA0-9B3D-C59EDFD13FC9}" destId="{0205B927-6FCD-48F4-B5CB-61E08D0B1DC7}" srcOrd="0" destOrd="0" presId="urn:microsoft.com/office/officeart/2008/layout/BendingPictureSemiTransparentText"/>
    <dgm:cxn modelId="{FA4A7E8C-462E-425A-931B-9ACD0DA6658C}" type="presParOf" srcId="{53FF62FF-A0A1-4EA0-9B3D-C59EDFD13FC9}" destId="{1C170DB8-1B1C-4904-A41A-141F44C4B928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990C0E-385A-46E1-A872-03852ADA83AA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6E1FD2-C312-44E0-8D4F-62D0B25DEF3D}">
      <dgm:prSet/>
      <dgm:spPr/>
      <dgm:t>
        <a:bodyPr/>
        <a:lstStyle/>
        <a:p>
          <a:r>
            <a:rPr lang="en-US" dirty="0"/>
            <a:t>Ashi</a:t>
          </a:r>
        </a:p>
      </dgm:t>
    </dgm:pt>
    <dgm:pt modelId="{7161A157-77DD-4654-83AD-85053500904D}" type="sibTrans" cxnId="{B83602C7-9F62-4F8B-A8CB-890C8908B36E}">
      <dgm:prSet/>
      <dgm:spPr/>
      <dgm:t>
        <a:bodyPr/>
        <a:lstStyle/>
        <a:p>
          <a:endParaRPr lang="en-US"/>
        </a:p>
      </dgm:t>
    </dgm:pt>
    <dgm:pt modelId="{44F95057-5241-437B-867E-E88C19DED002}" type="parTrans" cxnId="{B83602C7-9F62-4F8B-A8CB-890C8908B36E}">
      <dgm:prSet/>
      <dgm:spPr/>
      <dgm:t>
        <a:bodyPr/>
        <a:lstStyle/>
        <a:p>
          <a:endParaRPr lang="en-US"/>
        </a:p>
      </dgm:t>
    </dgm:pt>
    <dgm:pt modelId="{52DFE429-4D8F-4E83-8247-35E3D421C5BC}">
      <dgm:prSet/>
      <dgm:spPr/>
      <dgm:t>
        <a:bodyPr/>
        <a:lstStyle/>
        <a:p>
          <a:r>
            <a:rPr lang="en-US" dirty="0"/>
            <a:t>Bhoomi</a:t>
          </a:r>
        </a:p>
      </dgm:t>
    </dgm:pt>
    <dgm:pt modelId="{8E98556B-D954-4E58-94F6-DB98180A4585}" type="sibTrans" cxnId="{48BC4E36-219E-4C17-9D2E-465B191DCFE4}">
      <dgm:prSet/>
      <dgm:spPr/>
      <dgm:t>
        <a:bodyPr/>
        <a:lstStyle/>
        <a:p>
          <a:endParaRPr lang="en-US"/>
        </a:p>
      </dgm:t>
    </dgm:pt>
    <dgm:pt modelId="{29178585-482F-44F1-8411-EEE4FEB0A18B}" type="parTrans" cxnId="{48BC4E36-219E-4C17-9D2E-465B191DCFE4}">
      <dgm:prSet/>
      <dgm:spPr/>
      <dgm:t>
        <a:bodyPr/>
        <a:lstStyle/>
        <a:p>
          <a:endParaRPr lang="en-US"/>
        </a:p>
      </dgm:t>
    </dgm:pt>
    <dgm:pt modelId="{E51EB8E7-DD72-46C1-B39A-364CA3CDCF01}" type="pres">
      <dgm:prSet presAssocID="{D4990C0E-385A-46E1-A872-03852ADA83AA}" presName="Name0" presStyleCnt="0">
        <dgm:presLayoutVars>
          <dgm:dir/>
          <dgm:resizeHandles val="exact"/>
        </dgm:presLayoutVars>
      </dgm:prSet>
      <dgm:spPr/>
    </dgm:pt>
    <dgm:pt modelId="{9B283DD1-F684-445E-A8B5-7FFD75260CAB}" type="pres">
      <dgm:prSet presAssocID="{2A6E1FD2-C312-44E0-8D4F-62D0B25DEF3D}" presName="composite" presStyleCnt="0"/>
      <dgm:spPr/>
    </dgm:pt>
    <dgm:pt modelId="{31B2C2FD-2E8E-46DF-BBEC-7E89A21861D6}" type="pres">
      <dgm:prSet presAssocID="{2A6E1FD2-C312-44E0-8D4F-62D0B25DEF3D}" presName="rect1" presStyleLbl="bgShp" presStyleIdx="0" presStyleCnt="2" custLinFactNeighborX="5584" custLinFactNeighborY="1109"/>
      <dgm:spPr>
        <a:blipFill>
          <a:blip xmlns:r="http://schemas.openxmlformats.org/officeDocument/2006/relationships" r:embed="rId1"/>
          <a:srcRect/>
          <a:stretch>
            <a:fillRect t="-14000" b="-14000"/>
          </a:stretch>
        </a:blipFill>
      </dgm:spPr>
    </dgm:pt>
    <dgm:pt modelId="{244603A0-6E4C-43F7-8EA3-82CF4D464933}" type="pres">
      <dgm:prSet presAssocID="{2A6E1FD2-C312-44E0-8D4F-62D0B25DEF3D}" presName="rect2" presStyleLbl="trBgShp" presStyleIdx="0" presStyleCnt="2" custLinFactNeighborX="3606" custLinFactNeighborY="6669">
        <dgm:presLayoutVars>
          <dgm:bulletEnabled val="1"/>
        </dgm:presLayoutVars>
      </dgm:prSet>
      <dgm:spPr/>
    </dgm:pt>
    <dgm:pt modelId="{202170CC-365C-4198-8C12-0919EB3DC229}" type="pres">
      <dgm:prSet presAssocID="{7161A157-77DD-4654-83AD-85053500904D}" presName="sibTrans" presStyleCnt="0"/>
      <dgm:spPr/>
    </dgm:pt>
    <dgm:pt modelId="{53FF62FF-A0A1-4EA0-9B3D-C59EDFD13FC9}" type="pres">
      <dgm:prSet presAssocID="{52DFE429-4D8F-4E83-8247-35E3D421C5BC}" presName="composite" presStyleCnt="0"/>
      <dgm:spPr/>
    </dgm:pt>
    <dgm:pt modelId="{0205B927-6FCD-48F4-B5CB-61E08D0B1DC7}" type="pres">
      <dgm:prSet presAssocID="{52DFE429-4D8F-4E83-8247-35E3D421C5BC}" presName="rect1" presStyleLbl="bgShp" presStyleIdx="1" presStyleCnt="2" custLinFactNeighborX="6776" custLinFactNeighborY="91"/>
      <dgm:spPr>
        <a:blipFill>
          <a:blip xmlns:r="http://schemas.openxmlformats.org/officeDocument/2006/relationships" r:embed="rId2"/>
          <a:srcRect/>
          <a:stretch>
            <a:fillRect t="-54000" b="-54000"/>
          </a:stretch>
        </a:blipFill>
      </dgm:spPr>
    </dgm:pt>
    <dgm:pt modelId="{1C170DB8-1B1C-4904-A41A-141F44C4B928}" type="pres">
      <dgm:prSet presAssocID="{52DFE429-4D8F-4E83-8247-35E3D421C5BC}" presName="rect2" presStyleLbl="trBgShp" presStyleIdx="1" presStyleCnt="2" custLinFactNeighborX="118" custLinFactNeighborY="12568">
        <dgm:presLayoutVars>
          <dgm:bulletEnabled val="1"/>
        </dgm:presLayoutVars>
      </dgm:prSet>
      <dgm:spPr/>
    </dgm:pt>
  </dgm:ptLst>
  <dgm:cxnLst>
    <dgm:cxn modelId="{EBC72601-4ED0-4858-ACCE-246747221301}" type="presOf" srcId="{2A6E1FD2-C312-44E0-8D4F-62D0B25DEF3D}" destId="{244603A0-6E4C-43F7-8EA3-82CF4D464933}" srcOrd="0" destOrd="0" presId="urn:microsoft.com/office/officeart/2008/layout/BendingPictureSemiTransparentText"/>
    <dgm:cxn modelId="{48BC4E36-219E-4C17-9D2E-465B191DCFE4}" srcId="{D4990C0E-385A-46E1-A872-03852ADA83AA}" destId="{52DFE429-4D8F-4E83-8247-35E3D421C5BC}" srcOrd="1" destOrd="0" parTransId="{29178585-482F-44F1-8411-EEE4FEB0A18B}" sibTransId="{8E98556B-D954-4E58-94F6-DB98180A4585}"/>
    <dgm:cxn modelId="{E1AD0998-6955-4600-8AB9-8264374B576C}" type="presOf" srcId="{52DFE429-4D8F-4E83-8247-35E3D421C5BC}" destId="{1C170DB8-1B1C-4904-A41A-141F44C4B928}" srcOrd="0" destOrd="0" presId="urn:microsoft.com/office/officeart/2008/layout/BendingPictureSemiTransparentText"/>
    <dgm:cxn modelId="{B83602C7-9F62-4F8B-A8CB-890C8908B36E}" srcId="{D4990C0E-385A-46E1-A872-03852ADA83AA}" destId="{2A6E1FD2-C312-44E0-8D4F-62D0B25DEF3D}" srcOrd="0" destOrd="0" parTransId="{44F95057-5241-437B-867E-E88C19DED002}" sibTransId="{7161A157-77DD-4654-83AD-85053500904D}"/>
    <dgm:cxn modelId="{1F96EBE2-BD2C-45F6-A051-87CF3807C652}" type="presOf" srcId="{D4990C0E-385A-46E1-A872-03852ADA83AA}" destId="{E51EB8E7-DD72-46C1-B39A-364CA3CDCF01}" srcOrd="0" destOrd="0" presId="urn:microsoft.com/office/officeart/2008/layout/BendingPictureSemiTransparentText"/>
    <dgm:cxn modelId="{40F84F1F-5198-4E65-83DD-8C930DCA02B4}" type="presParOf" srcId="{E51EB8E7-DD72-46C1-B39A-364CA3CDCF01}" destId="{9B283DD1-F684-445E-A8B5-7FFD75260CAB}" srcOrd="0" destOrd="0" presId="urn:microsoft.com/office/officeart/2008/layout/BendingPictureSemiTransparentText"/>
    <dgm:cxn modelId="{C568537B-413C-4D48-8D09-EE659F3ACABE}" type="presParOf" srcId="{9B283DD1-F684-445E-A8B5-7FFD75260CAB}" destId="{31B2C2FD-2E8E-46DF-BBEC-7E89A21861D6}" srcOrd="0" destOrd="0" presId="urn:microsoft.com/office/officeart/2008/layout/BendingPictureSemiTransparentText"/>
    <dgm:cxn modelId="{CD838BCD-833B-454F-9575-AF1B7787557A}" type="presParOf" srcId="{9B283DD1-F684-445E-A8B5-7FFD75260CAB}" destId="{244603A0-6E4C-43F7-8EA3-82CF4D464933}" srcOrd="1" destOrd="0" presId="urn:microsoft.com/office/officeart/2008/layout/BendingPictureSemiTransparentText"/>
    <dgm:cxn modelId="{DD7316F3-C12D-4800-9229-BBD6C0E0CA74}" type="presParOf" srcId="{E51EB8E7-DD72-46C1-B39A-364CA3CDCF01}" destId="{202170CC-365C-4198-8C12-0919EB3DC229}" srcOrd="1" destOrd="0" presId="urn:microsoft.com/office/officeart/2008/layout/BendingPictureSemiTransparentText"/>
    <dgm:cxn modelId="{C370489E-C397-4B77-8F76-3BBC0166E5B0}" type="presParOf" srcId="{E51EB8E7-DD72-46C1-B39A-364CA3CDCF01}" destId="{53FF62FF-A0A1-4EA0-9B3D-C59EDFD13FC9}" srcOrd="2" destOrd="0" presId="urn:microsoft.com/office/officeart/2008/layout/BendingPictureSemiTransparentText"/>
    <dgm:cxn modelId="{914AA82B-E000-4EE7-87D5-73A5FB684C07}" type="presParOf" srcId="{53FF62FF-A0A1-4EA0-9B3D-C59EDFD13FC9}" destId="{0205B927-6FCD-48F4-B5CB-61E08D0B1DC7}" srcOrd="0" destOrd="0" presId="urn:microsoft.com/office/officeart/2008/layout/BendingPictureSemiTransparentText"/>
    <dgm:cxn modelId="{FA4A7E8C-462E-425A-931B-9ACD0DA6658C}" type="presParOf" srcId="{53FF62FF-A0A1-4EA0-9B3D-C59EDFD13FC9}" destId="{1C170DB8-1B1C-4904-A41A-141F44C4B928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2C2FD-2E8E-46DF-BBEC-7E89A21861D6}">
      <dsp:nvSpPr>
        <dsp:cNvPr id="0" name=""/>
        <dsp:cNvSpPr/>
      </dsp:nvSpPr>
      <dsp:spPr>
        <a:xfrm>
          <a:off x="43972" y="3"/>
          <a:ext cx="2086646" cy="1788503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4603A0-6E4C-43F7-8EA3-82CF4D464933}">
      <dsp:nvSpPr>
        <dsp:cNvPr id="0" name=""/>
        <dsp:cNvSpPr/>
      </dsp:nvSpPr>
      <dsp:spPr>
        <a:xfrm>
          <a:off x="340" y="1413887"/>
          <a:ext cx="2086646" cy="429240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Kashish Gautam</a:t>
          </a:r>
        </a:p>
      </dsp:txBody>
      <dsp:txXfrm>
        <a:off x="340" y="1413887"/>
        <a:ext cx="2086646" cy="429240"/>
      </dsp:txXfrm>
    </dsp:sp>
    <dsp:sp modelId="{0205B927-6FCD-48F4-B5CB-61E08D0B1DC7}">
      <dsp:nvSpPr>
        <dsp:cNvPr id="0" name=""/>
        <dsp:cNvSpPr/>
      </dsp:nvSpPr>
      <dsp:spPr>
        <a:xfrm>
          <a:off x="2300152" y="3"/>
          <a:ext cx="2086646" cy="1788503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80000" b="-80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70DB8-1B1C-4904-A41A-141F44C4B928}">
      <dsp:nvSpPr>
        <dsp:cNvPr id="0" name=""/>
        <dsp:cNvSpPr/>
      </dsp:nvSpPr>
      <dsp:spPr>
        <a:xfrm>
          <a:off x="2299818" y="1413887"/>
          <a:ext cx="2086646" cy="429240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Khushi Kashyap</a:t>
          </a:r>
        </a:p>
      </dsp:txBody>
      <dsp:txXfrm>
        <a:off x="2299818" y="1413887"/>
        <a:ext cx="2086646" cy="4292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2C2FD-2E8E-46DF-BBEC-7E89A21861D6}">
      <dsp:nvSpPr>
        <dsp:cNvPr id="0" name=""/>
        <dsp:cNvSpPr/>
      </dsp:nvSpPr>
      <dsp:spPr>
        <a:xfrm>
          <a:off x="122274" y="385208"/>
          <a:ext cx="2144303" cy="1837921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14000" b="-14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4603A0-6E4C-43F7-8EA3-82CF4D464933}">
      <dsp:nvSpPr>
        <dsp:cNvPr id="0" name=""/>
        <dsp:cNvSpPr/>
      </dsp:nvSpPr>
      <dsp:spPr>
        <a:xfrm>
          <a:off x="79860" y="1680788"/>
          <a:ext cx="2144303" cy="44110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Ashi</a:t>
          </a:r>
        </a:p>
      </dsp:txBody>
      <dsp:txXfrm>
        <a:off x="79860" y="1680788"/>
        <a:ext cx="2144303" cy="441101"/>
      </dsp:txXfrm>
    </dsp:sp>
    <dsp:sp modelId="{0205B927-6FCD-48F4-B5CB-61E08D0B1DC7}">
      <dsp:nvSpPr>
        <dsp:cNvPr id="0" name=""/>
        <dsp:cNvSpPr/>
      </dsp:nvSpPr>
      <dsp:spPr>
        <a:xfrm>
          <a:off x="2368088" y="366498"/>
          <a:ext cx="2144303" cy="1837921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54000" b="-54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70DB8-1B1C-4904-A41A-141F44C4B928}">
      <dsp:nvSpPr>
        <dsp:cNvPr id="0" name=""/>
        <dsp:cNvSpPr/>
      </dsp:nvSpPr>
      <dsp:spPr>
        <a:xfrm>
          <a:off x="2368082" y="1706808"/>
          <a:ext cx="2144303" cy="44110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Bhoomi</a:t>
          </a:r>
        </a:p>
      </dsp:txBody>
      <dsp:txXfrm>
        <a:off x="2368082" y="1706808"/>
        <a:ext cx="2144303" cy="4411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65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5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42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2/24/2026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436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1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1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2/24/2026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1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2/24/2026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2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4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2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6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hiSingh15/Personal-finance-tracker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D3A4E0-C908-4EA9-ABDF-E82AD6BDE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11FF6C-8A68-27DA-FA0F-F4824F16C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119" y="2516589"/>
            <a:ext cx="8991600" cy="164592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Personal finance tracker</a:t>
            </a:r>
          </a:p>
        </p:txBody>
      </p:sp>
    </p:spTree>
    <p:extLst>
      <p:ext uri="{BB962C8B-B14F-4D97-AF65-F5344CB8AC3E}">
        <p14:creationId xmlns:p14="http://schemas.microsoft.com/office/powerpoint/2010/main" val="98054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rgbClr val="4A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599" y="2681102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/>
          <a:lstStyle/>
          <a:p>
            <a:r>
              <a:rPr lang="en-IN" dirty="0"/>
              <a:t>The Team</a:t>
            </a: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F6407E-AAD2-A4D5-4610-A42FBD9CB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97247"/>
              </p:ext>
            </p:extLst>
          </p:nvPr>
        </p:nvGraphicFramePr>
        <p:xfrm>
          <a:off x="5397501" y="639763"/>
          <a:ext cx="6282310" cy="2567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8CED378-0A86-9823-1D3F-9B4061B1FE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7268790"/>
              </p:ext>
            </p:extLst>
          </p:nvPr>
        </p:nvGraphicFramePr>
        <p:xfrm>
          <a:off x="7662441" y="3318166"/>
          <a:ext cx="4386806" cy="2112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Rectangle: Rounded Corners 4">
            <a:extLst>
              <a:ext uri="{FF2B5EF4-FFF2-40B4-BE49-F238E27FC236}">
                <a16:creationId xmlns:a16="http://schemas.microsoft.com/office/drawing/2014/main" id="{6E193F18-9816-2134-C79C-11FDD5C0D8D5}"/>
              </a:ext>
            </a:extLst>
          </p:cNvPr>
          <p:cNvSpPr txBox="1"/>
          <p:nvPr/>
        </p:nvSpPr>
        <p:spPr>
          <a:xfrm>
            <a:off x="5028066" y="2317397"/>
            <a:ext cx="2139353" cy="2223204"/>
          </a:xfrm>
          <a:prstGeom prst="rect">
            <a:avLst/>
          </a:prstGeom>
          <a:solidFill>
            <a:srgbClr val="9CA383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40970" tIns="70485" rIns="140970" bIns="70485" numCol="1" spcCol="1270" anchor="ctr" anchorCtr="0">
            <a:noAutofit/>
          </a:bodyPr>
          <a:lstStyle/>
          <a:p>
            <a:pPr marL="0" lvl="0" indent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000" kern="1200" dirty="0"/>
              <a:t>Ashi</a:t>
            </a:r>
            <a:br>
              <a:rPr lang="en-IN" sz="2000" kern="1200" dirty="0"/>
            </a:br>
            <a:r>
              <a:rPr lang="en-IN" sz="2000" kern="1200" dirty="0"/>
              <a:t>Bhoomi</a:t>
            </a:r>
            <a:br>
              <a:rPr lang="en-IN" sz="2000" kern="1200" dirty="0"/>
            </a:br>
            <a:r>
              <a:rPr lang="en-IN" sz="2000" kern="1200" dirty="0"/>
              <a:t>Kashish Gautam</a:t>
            </a:r>
            <a:br>
              <a:rPr lang="en-IN" sz="2000" kern="1200" dirty="0"/>
            </a:br>
            <a:r>
              <a:rPr lang="en-IN" sz="2000" kern="1200" dirty="0"/>
              <a:t>Khushi Kashyap </a:t>
            </a:r>
            <a:endParaRPr lang="en-US" sz="2000" kern="1200" dirty="0"/>
          </a:p>
        </p:txBody>
      </p:sp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064916C5-F9EC-7006-0A96-A1BB04AC3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3871377"/>
              </p:ext>
            </p:extLst>
          </p:nvPr>
        </p:nvGraphicFramePr>
        <p:xfrm>
          <a:off x="7536855" y="750594"/>
          <a:ext cx="4512392" cy="2567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883350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rgbClr val="4A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Workload </a:t>
            </a:r>
            <a:r>
              <a:rPr lang="en-IN" sz="2400" dirty="0">
                <a:latin typeface="Algerian" panose="04020705040A02060702" pitchFamily="82" charset="0"/>
              </a:rPr>
              <a:t>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B6BC-B8A2-4F6A-861D-C36B251B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IN" sz="2000" dirty="0"/>
              <a:t>Contribution of each team member in project</a:t>
            </a:r>
          </a:p>
          <a:p>
            <a:pPr lvl="1"/>
            <a:r>
              <a:rPr lang="en-US" sz="1800" b="1" dirty="0"/>
              <a:t>Ashi:</a:t>
            </a:r>
            <a:r>
              <a:rPr lang="en-US" sz="1800" dirty="0"/>
              <a:t> Dashboard creation &amp; </a:t>
            </a:r>
            <a:r>
              <a:rPr lang="en-IN" sz="1800" dirty="0"/>
              <a:t>Presentation,  Video Making </a:t>
            </a:r>
          </a:p>
          <a:p>
            <a:pPr lvl="1"/>
            <a:r>
              <a:rPr lang="en-IN" sz="1800" b="1" dirty="0"/>
              <a:t>Bhoomi:</a:t>
            </a:r>
            <a:r>
              <a:rPr lang="en-IN" sz="1800" dirty="0"/>
              <a:t> Dashboard support &amp; data handling, ,  Video Making </a:t>
            </a:r>
          </a:p>
          <a:p>
            <a:pPr lvl="1"/>
            <a:r>
              <a:rPr lang="en-IN" sz="1800" b="1" dirty="0"/>
              <a:t>Kashish Gautam:</a:t>
            </a:r>
            <a:r>
              <a:rPr lang="en-IN" sz="1800" dirty="0"/>
              <a:t> Presentation &amp; documentation</a:t>
            </a:r>
          </a:p>
          <a:p>
            <a:pPr lvl="1"/>
            <a:r>
              <a:rPr lang="en-IN" sz="1800" b="1" dirty="0"/>
              <a:t>Khushi Kashyap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77255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The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B6BC-B8A2-4F6A-861D-C36B251B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/>
          <a:lstStyle/>
          <a:p>
            <a:r>
              <a:rPr lang="en-US" sz="2000" dirty="0"/>
              <a:t>In today’s world, financial management is essential for better planning and decision-making.</a:t>
            </a:r>
            <a:br>
              <a:rPr lang="en-US" sz="2000" dirty="0"/>
            </a:br>
            <a:r>
              <a:rPr lang="en-US" sz="2000" dirty="0"/>
              <a:t>This project uses personal finance transaction data to create an interactive dashboard that provides insights into income, expenses, and savings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711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94EB9-4981-4B64-BA7E-735F6CAD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3D968-550A-45A2-B636-4D6F7BFB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/>
          <a:lstStyle/>
          <a:p>
            <a:r>
              <a:rPr lang="en-US" sz="2000" dirty="0"/>
              <a:t>Difficulty in tracking income, expenses, and savings from raw data</a:t>
            </a:r>
            <a:r>
              <a:rPr lang="en-IN" sz="2000" dirty="0"/>
              <a:t>Inefficient</a:t>
            </a:r>
          </a:p>
          <a:p>
            <a:r>
              <a:rPr lang="en-US" sz="2000" dirty="0"/>
              <a:t>Lack of clear visualization of financial information</a:t>
            </a:r>
          </a:p>
          <a:p>
            <a:r>
              <a:rPr lang="en-US" sz="2000" dirty="0"/>
              <a:t>Hard to identify spending patterns and financial trends</a:t>
            </a:r>
          </a:p>
          <a:p>
            <a:r>
              <a:rPr lang="en-US" sz="2000" dirty="0"/>
              <a:t>Need for an interactive Power BI dashboard for analysis</a:t>
            </a:r>
            <a:endParaRPr lang="en-IN" sz="2000" dirty="0"/>
          </a:p>
          <a:p>
            <a:endParaRPr lang="en-IN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3676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347B7-4FBF-466B-B290-31F20EBC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609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ED790-B911-4363-9E4B-39B6B5FCE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 fontScale="92500"/>
          </a:bodyPr>
          <a:lstStyle/>
          <a:p>
            <a:r>
              <a:rPr lang="en-US" sz="2000" dirty="0"/>
              <a:t>We propose a Personal Finance Analysis and Visualization System using Power BI.</a:t>
            </a:r>
            <a:endParaRPr lang="en-IN" sz="2000" dirty="0"/>
          </a:p>
          <a:p>
            <a:r>
              <a:rPr lang="en-IN" sz="2000" dirty="0"/>
              <a:t>Key Features:</a:t>
            </a:r>
          </a:p>
          <a:p>
            <a:r>
              <a:rPr lang="en-US" sz="2000" dirty="0"/>
              <a:t>Collect and clean personal finance transaction data</a:t>
            </a:r>
          </a:p>
          <a:p>
            <a:r>
              <a:rPr lang="en-US" sz="2000" dirty="0"/>
              <a:t>Use Power BI to create an interactive dashboard</a:t>
            </a:r>
          </a:p>
          <a:p>
            <a:r>
              <a:rPr lang="en-US" sz="2000" dirty="0"/>
              <a:t>Visualize income, expenses, and savings clearly</a:t>
            </a:r>
          </a:p>
          <a:p>
            <a:r>
              <a:rPr lang="en-US" sz="2000" dirty="0"/>
              <a:t>Analyze spending by category, month, and account</a:t>
            </a:r>
          </a:p>
          <a:p>
            <a:r>
              <a:rPr lang="en-US" sz="2000" dirty="0"/>
              <a:t>Help users understand financial trends and make better decisions.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4118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D89FB-6AE0-4387-B7C5-B6BE39BA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Solution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7542C-676C-4616-8042-1D07436B8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Data collection from Excel dataset</a:t>
            </a:r>
          </a:p>
          <a:p>
            <a:r>
              <a:rPr lang="en-US" sz="2000" dirty="0"/>
              <a:t>Data cleaning and transformation in Power BI</a:t>
            </a:r>
          </a:p>
          <a:p>
            <a:r>
              <a:rPr lang="en-IN" sz="2000" dirty="0"/>
              <a:t>Creating calculations using DAX</a:t>
            </a:r>
          </a:p>
          <a:p>
            <a:r>
              <a:rPr lang="en-IN" sz="2000" dirty="0"/>
              <a:t>Designing interactive dashboard visuals</a:t>
            </a:r>
          </a:p>
        </p:txBody>
      </p:sp>
    </p:spTree>
    <p:extLst>
      <p:ext uri="{BB962C8B-B14F-4D97-AF65-F5344CB8AC3E}">
        <p14:creationId xmlns:p14="http://schemas.microsoft.com/office/powerpoint/2010/main" val="308195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218D5-F128-490E-8152-7D32E2A4A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Technology Stack &amp; Requirements</a:t>
            </a:r>
            <a:endParaRPr lang="en-US" sz="24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7833B-3907-4B83-9F77-D0F494B71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0431" y="833379"/>
            <a:ext cx="5320696" cy="4934268"/>
          </a:xfrm>
        </p:spPr>
        <p:txBody>
          <a:bodyPr anchor="ctr">
            <a:normAutofit lnSpcReduction="10000"/>
          </a:bodyPr>
          <a:lstStyle/>
          <a:p>
            <a:r>
              <a:rPr lang="en-IN" sz="2000" b="1" dirty="0"/>
              <a:t>Software</a:t>
            </a:r>
            <a:endParaRPr lang="en-IN" sz="2000" dirty="0"/>
          </a:p>
          <a:p>
            <a:r>
              <a:rPr lang="en-IN" sz="2000" dirty="0"/>
              <a:t>Microsoft Power BI</a:t>
            </a:r>
          </a:p>
          <a:p>
            <a:r>
              <a:rPr lang="fr-FR" sz="2000" dirty="0"/>
              <a:t>Microsoft Excel (CSV/XLSX files)</a:t>
            </a:r>
          </a:p>
          <a:p>
            <a:r>
              <a:rPr lang="en-IN" sz="2000" dirty="0"/>
              <a:t>Windows Operating System</a:t>
            </a:r>
            <a:endParaRPr lang="fr-FR" sz="2000" dirty="0"/>
          </a:p>
          <a:p>
            <a:r>
              <a:rPr lang="en-IN" sz="2000" b="1" dirty="0"/>
              <a:t>Tools &amp; Technologies</a:t>
            </a:r>
          </a:p>
          <a:p>
            <a:r>
              <a:rPr lang="en-US" sz="2000" dirty="0"/>
              <a:t>Power Query – Data cleaning &amp; transformation</a:t>
            </a:r>
          </a:p>
          <a:p>
            <a:r>
              <a:rPr lang="en-IN" sz="2000" dirty="0"/>
              <a:t>DAX (Data Analysis Expressions) – Calculations &amp; measures</a:t>
            </a:r>
          </a:p>
          <a:p>
            <a:r>
              <a:rPr lang="en-IN" sz="2000" b="1" dirty="0"/>
              <a:t>Data Visualization</a:t>
            </a:r>
          </a:p>
          <a:p>
            <a:r>
              <a:rPr lang="en-US" sz="2000" dirty="0"/>
              <a:t>Bar Charts, Line Charts, Cards</a:t>
            </a:r>
          </a:p>
          <a:p>
            <a:r>
              <a:rPr lang="en-US" sz="2000" dirty="0"/>
              <a:t>Pie/Donut Charts</a:t>
            </a:r>
          </a:p>
          <a:p>
            <a:r>
              <a:rPr lang="en-US" sz="2000" dirty="0"/>
              <a:t>Slicers &amp; Filters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619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ve bulbs and one of them is glowing">
            <a:extLst>
              <a:ext uri="{FF2B5EF4-FFF2-40B4-BE49-F238E27FC236}">
                <a16:creationId xmlns:a16="http://schemas.microsoft.com/office/drawing/2014/main" id="{6502B327-023B-19C1-2A07-58822C3EC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48" r="20317" b="-1"/>
          <a:stretch/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ED9BD6-F510-4FEC-BBC3-026270D7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Innovative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4AC4F-2932-4F44-A84F-2F39667FE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941" y="976129"/>
            <a:ext cx="4804931" cy="4919815"/>
          </a:xfrm>
        </p:spPr>
        <p:txBody>
          <a:bodyPr anchor="ctr"/>
          <a:lstStyle/>
          <a:p>
            <a:pPr>
              <a:buFont typeface="Arial"/>
              <a:buChar char="•"/>
            </a:pPr>
            <a:r>
              <a:rPr lang="en-US" sz="2000" dirty="0"/>
              <a:t>Interactive visualization of personal finance data</a:t>
            </a:r>
          </a:p>
          <a:p>
            <a:pPr>
              <a:buFont typeface="Arial"/>
              <a:buChar char="•"/>
            </a:pPr>
            <a:r>
              <a:rPr lang="en-US" sz="2000" dirty="0"/>
              <a:t>Single dashboard for income, expenses, and savings</a:t>
            </a:r>
          </a:p>
          <a:p>
            <a:pPr>
              <a:buFont typeface="Arial"/>
              <a:buChar char="•"/>
            </a:pPr>
            <a:r>
              <a:rPr lang="en-US" sz="2000" dirty="0"/>
              <a:t>Easy identification of overspending areas</a:t>
            </a:r>
          </a:p>
          <a:p>
            <a:pPr>
              <a:buFont typeface="Arial"/>
              <a:buChar char="•"/>
            </a:pPr>
            <a:r>
              <a:rPr lang="en-US" sz="2000" dirty="0"/>
              <a:t>Reduced manual calculations and trac</a:t>
            </a:r>
            <a:r>
              <a:rPr lang="en-US" dirty="0"/>
              <a:t>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3141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A8E4-2B1A-430A-A41B-30AE8D1A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Results / Outcomes /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7BAE-B1B3-43F5-817C-987B4C2A3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/>
          <a:lstStyle/>
          <a:p>
            <a:r>
              <a:rPr lang="en-US" sz="2000" dirty="0"/>
              <a:t>Interactive Power BI dashboard developed</a:t>
            </a:r>
          </a:p>
          <a:p>
            <a:r>
              <a:rPr lang="en-US" sz="2000" dirty="0"/>
              <a:t>Income, expenses, and savings clearly analyzed</a:t>
            </a:r>
          </a:p>
          <a:p>
            <a:r>
              <a:rPr lang="en-US" sz="2000" dirty="0"/>
              <a:t>Spending patterns and trends identified</a:t>
            </a:r>
          </a:p>
          <a:p>
            <a:r>
              <a:rPr lang="en-US" sz="2000" dirty="0"/>
              <a:t>Manual financial tracking reduced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0655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yellow figures and a red figure on the other side">
            <a:extLst>
              <a:ext uri="{FF2B5EF4-FFF2-40B4-BE49-F238E27FC236}">
                <a16:creationId xmlns:a16="http://schemas.microsoft.com/office/drawing/2014/main" id="{AF55747E-0BF5-40C6-D4AD-0FF05892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44" r="2022" b="-1"/>
          <a:stretch/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IN" sz="2400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58A8F-6943-4E76-8967-55B21E8D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941" y="976129"/>
            <a:ext cx="4804931" cy="491981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Based only on available dataset (limited time period)</a:t>
            </a:r>
          </a:p>
          <a:p>
            <a:r>
              <a:rPr lang="en-IN" sz="2000" dirty="0"/>
              <a:t>No real-time data integration</a:t>
            </a:r>
          </a:p>
          <a:p>
            <a:r>
              <a:rPr lang="en-US" sz="2000" dirty="0"/>
              <a:t>Accuracy depends on correctness of input data</a:t>
            </a:r>
          </a:p>
          <a:p>
            <a:r>
              <a:rPr lang="en-US" sz="2000" dirty="0"/>
              <a:t>Does not include future financial forecasting</a:t>
            </a:r>
          </a:p>
          <a:p>
            <a:r>
              <a:rPr lang="en-US" sz="2000" dirty="0"/>
              <a:t>Limited advanced financial analysis features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4759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9279" y="962056"/>
            <a:ext cx="5925310" cy="1174991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Future Enhancements/Scope</a:t>
            </a:r>
          </a:p>
        </p:txBody>
      </p:sp>
      <p:pic>
        <p:nvPicPr>
          <p:cNvPr id="5" name="Picture 4" descr="White arrows going to the red target">
            <a:extLst>
              <a:ext uri="{FF2B5EF4-FFF2-40B4-BE49-F238E27FC236}">
                <a16:creationId xmlns:a16="http://schemas.microsoft.com/office/drawing/2014/main" id="{A3EA6280-589F-C0E2-BE2F-BC5FC46176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61" r="9508"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58A8F-6943-4E76-8967-55B21E8D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2640692"/>
            <a:ext cx="5925310" cy="325525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IN" sz="2000" dirty="0"/>
              <a:t>Real-time data integration</a:t>
            </a:r>
          </a:p>
          <a:p>
            <a:pPr>
              <a:buFont typeface="Arial"/>
              <a:buChar char="•"/>
            </a:pPr>
            <a:r>
              <a:rPr lang="en-IN" sz="2000" dirty="0"/>
              <a:t>Expense forecasting</a:t>
            </a:r>
          </a:p>
          <a:p>
            <a:pPr>
              <a:buFont typeface="Arial"/>
              <a:buChar char="•"/>
            </a:pPr>
            <a:r>
              <a:rPr lang="en-IN" sz="2000" dirty="0"/>
              <a:t>Budget planning features</a:t>
            </a:r>
          </a:p>
          <a:p>
            <a:pPr>
              <a:buFont typeface="Arial"/>
              <a:buChar char="•"/>
            </a:pPr>
            <a:r>
              <a:rPr lang="en-IN" sz="2000" dirty="0"/>
              <a:t>Advanced analytics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41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 vert="horz" lIns="182880" tIns="182880" rIns="182880" bIns="182880" rtlCol="0" anchor="ctr">
            <a:noAutofit/>
          </a:bodyPr>
          <a:lstStyle/>
          <a:p>
            <a:r>
              <a:rPr lang="en-US" sz="3200" kern="1200" cap="all" spc="200" baseline="0" dirty="0">
                <a:solidFill>
                  <a:srgbClr val="002060"/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https://github.com/AshiSingh15/Personal-finance-tracker</a:t>
            </a:r>
            <a:endParaRPr lang="en-US" sz="3200" kern="1200" cap="all" spc="200" baseline="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0703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2A9291-55AD-4DDC-8735-1BA5A1C98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A74F5-46D6-41B8-88F6-8920EDCB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542604"/>
            <a:ext cx="8686800" cy="177279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sz="4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2062179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385</Words>
  <Application>Microsoft Office PowerPoint</Application>
  <PresentationFormat>Widescreen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Algerian</vt:lpstr>
      <vt:lpstr>Arial</vt:lpstr>
      <vt:lpstr>Gill Sans MT</vt:lpstr>
      <vt:lpstr>Parcel</vt:lpstr>
      <vt:lpstr>Personal finance tracker</vt:lpstr>
      <vt:lpstr>The Team</vt:lpstr>
      <vt:lpstr>Workload Division</vt:lpstr>
      <vt:lpstr>The Background</vt:lpstr>
      <vt:lpstr>Problem Statement</vt:lpstr>
      <vt:lpstr>Proposed Solution</vt:lpstr>
      <vt:lpstr>Solution Design</vt:lpstr>
      <vt:lpstr>Technology Stack &amp; Requirements</vt:lpstr>
      <vt:lpstr>Innovative Idea</vt:lpstr>
      <vt:lpstr>Results / Outcomes / Analysis</vt:lpstr>
      <vt:lpstr>Limitations</vt:lpstr>
      <vt:lpstr>Future Enhancements/Scope</vt:lpstr>
      <vt:lpstr>https://github.com/AshiSingh15/Personal-finance-tracker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Prateek Vashishtha</dc:creator>
  <cp:lastModifiedBy>AMISHA PATEL</cp:lastModifiedBy>
  <cp:revision>117</cp:revision>
  <dcterms:created xsi:type="dcterms:W3CDTF">2021-11-25T04:17:35Z</dcterms:created>
  <dcterms:modified xsi:type="dcterms:W3CDTF">2026-02-24T09:17:02Z</dcterms:modified>
</cp:coreProperties>
</file>